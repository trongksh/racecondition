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introduce yourself yet. Open straight on the simulator and ask the room the $100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of hands: $100 or $200. Do not say the words "race condition"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this hard. The silence is what makes this bug class different.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funny one. Emphasise how small the attack kit was.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running long, cut this to two sentences: 896 BTC, company dead in two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room: what is wrong with this code? Wait for "it needs a transaction" — then go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on t1. That is where the bug is created — not at the 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highest-value 90 seconds of the talk. Do not rush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WHERE clause out loud. That sentence is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the checklist in the team channel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93A6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 Conditions in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9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 Core + SQL Server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41248" y="3246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 that returns 200 OK, writes no log, and takes your money anyway.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6583680" cy="960120"/>
          </a:xfrm>
          <a:prstGeom prst="roundRect">
            <a:avLst>
              <a:gd name="adj" fmla="val 6667"/>
            </a:avLst>
          </a:prstGeom>
          <a:solidFill>
            <a:srgbClr val="070B12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4105656"/>
            <a:ext cx="62544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Wallets SET Balance = 0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 = 1;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3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-- twice. both succeed.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0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session  ·  30 minutes  ·  live demo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Alice has exactly $100.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taps "Withdraw $100" on her phone. Her laptop, still logged in, sends the same request 8 ms later.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18212F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05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1284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/wallets/1/withdraw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"amount": 100 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18212F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776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1788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/wallets/1/withdraw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"amount": 100 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2514600"/>
            <a:ext cx="1371600" cy="105156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06240" y="4480560"/>
            <a:ext cx="1371600" cy="-1051560"/>
          </a:xfrm>
          <a:prstGeom prst="line">
            <a:avLst/>
          </a:prstGeom>
          <a:noFill/>
          <a:ln w="25400">
            <a:solidFill>
              <a:srgbClr val="C084F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760720" y="2331720"/>
            <a:ext cx="5852160" cy="2377440"/>
          </a:xfrm>
          <a:prstGeom prst="roundRect">
            <a:avLst>
              <a:gd name="adj" fmla="val 3462"/>
            </a:avLst>
          </a:prstGeom>
          <a:solidFill>
            <a:srgbClr val="111926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514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93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dbo.Wallets  ·  Id = 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0" y="28346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$100.00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6035040" y="3977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row. Two threads. No coordination.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623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money does she get?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gets $200.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nothing anywhere tells you it happened.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1024128"/>
          </a:xfrm>
          <a:prstGeom prst="roundRect">
            <a:avLst>
              <a:gd name="adj" fmla="val 8036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82880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· 200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237744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651760" cy="1024128"/>
          </a:xfrm>
          <a:prstGeom prst="roundRect">
            <a:avLst>
              <a:gd name="adj" fmla="val 8036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9584" y="182880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47872" y="237744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thrown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651760" cy="1024128"/>
          </a:xfrm>
          <a:prstGeom prst="roundRect">
            <a:avLst>
              <a:gd name="adj" fmla="val 8036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82880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82512" y="237744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lines written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560" y="1737360"/>
            <a:ext cx="2560320" cy="1024128"/>
          </a:xfrm>
          <a:prstGeom prst="roundRect">
            <a:avLst>
              <a:gd name="adj" fmla="val 8036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98864" y="182880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17152" y="237744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24612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bug you ship pages you.  </a:t>
            </a:r>
            <a:pPr indent="0" marL="0">
              <a:buNone/>
            </a:pPr>
            <a:r>
              <a:rPr lang="en-US" sz="1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does not.
</a:t>
            </a:r>
            <a:pPr indent="0" marL="0">
              <a:buNone/>
            </a:pPr>
            <a:r>
              <a:rPr lang="en-US" sz="150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lost update raises no exception and writes no log. Your APM dashboard stays green. You find it at month-end close, in a ledger that no longer reconciles — weeks after the money left.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48640" y="4983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"It has never happened in production" is not evidence. It is the absence of an alert that was never going to fire.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Starbucks gift cards — May 2015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Egor Homakov, Sakurity. Total cost of the exploit: three $5 cards and two browser windows.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1024128"/>
          </a:xfrm>
          <a:prstGeom prst="roundRect">
            <a:avLst>
              <a:gd name="adj" fmla="val 8036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69164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PAID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51760" cy="1024128"/>
          </a:xfrm>
          <a:prstGeom prst="roundRect">
            <a:avLst>
              <a:gd name="adj" fmla="val 8036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9584" y="169164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47872" y="224028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AFTER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51760" cy="1024128"/>
          </a:xfrm>
          <a:prstGeom prst="roundRect">
            <a:avLst>
              <a:gd name="adj" fmla="val 8036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69164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82512" y="224028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NEEDED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560320" cy="1024128"/>
          </a:xfrm>
          <a:prstGeom prst="roundRect">
            <a:avLst>
              <a:gd name="adj" fmla="val 8036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98864" y="169164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17152" y="224028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GET A REPLY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2880360"/>
            <a:ext cx="310896" cy="3108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8529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three gift cards, $5 each. $15 in the system.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94360" y="3355848"/>
            <a:ext cx="310896" cy="3108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32841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the transfer page in two browsers, separate session cookies.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94360" y="3831336"/>
            <a:ext cx="310896" cy="3108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80390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Fired "transfer $5 from card 1 to card 2" from both, simultaneously.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94360" y="4306824"/>
            <a:ext cx="310896" cy="3108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42793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check ran twice before either write landed. Both passed.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94360" y="4782312"/>
            <a:ext cx="310896" cy="310896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782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47548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transfers credited card 2. $10 from a single $5 balance.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594360" y="5257800"/>
            <a:ext cx="310896" cy="3108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5257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52303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$16.70 in-store to prove it was real, then repaid it.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23 March. First reply 29 April. Starbucks' public statement called it "fraudulent activity".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Flexcoin — 2 March 2014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Bitcoin Bank." Same bug class. The company did not survive the week.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1024128"/>
          </a:xfrm>
          <a:prstGeom prst="roundRect">
            <a:avLst>
              <a:gd name="adj" fmla="val 8036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69164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DRAINED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51760" cy="1024128"/>
          </a:xfrm>
          <a:prstGeom prst="roundRect">
            <a:avLst>
              <a:gd name="adj" fmla="val 8036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9584" y="169164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~$600k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47872" y="224028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THE 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51760" cy="1024128"/>
          </a:xfrm>
          <a:prstGeom prst="roundRect">
            <a:avLst>
              <a:gd name="adj" fmla="val 8036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69164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82512" y="224028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REQUESTS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560320" cy="1024128"/>
          </a:xfrm>
          <a:prstGeom prst="roundRect">
            <a:avLst>
              <a:gd name="adj" fmla="val 8036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98864" y="169164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days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17152" y="224028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TO SHUTDOWN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5486400" cy="2788920"/>
          </a:xfrm>
          <a:prstGeom prst="roundRect">
            <a:avLst>
              <a:gd name="adj" fmla="val 2951"/>
            </a:avLst>
          </a:prstGeom>
          <a:solidFill>
            <a:srgbClr val="18212F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906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attacker did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3493008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one account normally.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Fired thousands of concurrent internal transfers moving the same balance out.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read the balance before any other had written. Every check passed.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transfer credited the destination; the source decremented once.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across other accounts until the hot wallet was empty.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09360" y="2926080"/>
            <a:ext cx="5303520" cy="2788920"/>
          </a:xfrm>
          <a:prstGeom prst="roundRect">
            <a:avLst>
              <a:gd name="adj" fmla="val 2951"/>
            </a:avLst>
          </a:prstGeom>
          <a:solidFill>
            <a:srgbClr val="18212F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0906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35204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Flexcoin had no capital to absorb the loss and closed permanently two days later.
</a:t>
            </a:r>
            <a:pPr indent="0" marL="0">
              <a:buNone/>
            </a:pPr>
            <a:r>
              <a:rPr lang="en-US" sz="140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Cold-storage holders were refunded after ID checks. Hot-wallet holders were not.
</a:t>
            </a:r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week, Poloniex lost 12.3% of its bitcoin to a withdrawal race.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Neither of these was a clever attack.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41248" y="2880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were the ordinary read → check → write that every one of us has shipped,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by more than one request at a time.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406908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42519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 lost pocket change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some reputation.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406908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111926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42519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Flexcoin stopped existing.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5532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bug.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flawed code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passes code review. It has validation, an early return, and it reads clean.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4023360"/>
          </a:xfrm>
          <a:prstGeom prst="roundRect">
            <a:avLst>
              <a:gd name="adj" fmla="val 1591"/>
            </a:avLst>
          </a:prstGeom>
          <a:solidFill>
            <a:srgbClr val="070B12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28216"/>
            <a:ext cx="6437376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[HttpPost("withdraw")]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async Task&lt;IResult&gt; Withdraw(WithdrawRequest req)
{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READ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wallet = await db.Wallets
        .FirstOrDefaultAsync(w =&gt; w.Id == req.WalletId);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CHECK  &lt;-- against a stale copy in app memory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(wallet.Balance &lt; req.Amount)
        return Results.BadRequest("Insufficient funds");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MODIFY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wallet.Balance -= req.Amount;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WRITE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db.SaveChangesAsync();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UPDATE Wallets SET Balance=@p WHERE Id=@id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                             ^^^^^^^^^^^^ that is all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Results.Ok(wallet);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9520" y="1600200"/>
            <a:ext cx="4023360" cy="4023360"/>
          </a:xfrm>
          <a:prstGeom prst="roundRect">
            <a:avLst>
              <a:gd name="adj" fmla="val 2045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UPDATE literally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18120" y="2194560"/>
            <a:ext cx="3566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"Set the balance to 900."
</a:t>
            </a:r>
            <a:pPr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"subtract 100".
Not "only if it is still 1000".
</a:t>
            </a:r>
            <a:pPr indent="0" marL="0">
              <a:buNone/>
            </a:pPr>
            <a:r>
              <a:rPr lang="en-US" sz="13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absolute value, computed in C# from a number that was true a few milliseconds ago.
</a:t>
            </a:r>
            <a:pPr indent="0" marL="0">
              <a:buNone/>
            </a:pPr>
            <a:r>
              <a:rPr lang="en-US" sz="13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 on line 8 is worthless, because the value it guards is a copy — and nothing stops the row changing between the SELECT and the UPDATE.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interleaving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= $100. Two requests. Eight steps.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8212F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10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181051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06040" y="18105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2104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100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68296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4871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4871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Balance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21040" y="2487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100   the same $100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44952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8212F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638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1638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316382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(100 &lt; 100)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31638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-&gt; allowed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21608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840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3840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06040" y="3840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(100 &lt; 100)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3840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-&gt; allowed too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98264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8212F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5171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45171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06040" y="451713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SET Balance = 0 WHERE Id = 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21040" y="45171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row  ·  200 OK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11064240" cy="603504"/>
          </a:xfrm>
          <a:prstGeom prst="roundRect">
            <a:avLst>
              <a:gd name="adj" fmla="val 13636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193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80160" y="51937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06040" y="519379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SET Balance = 0 WHERE Id = 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21040" y="5193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row  ·  200 OK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111926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8978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 paid out of a $100 balance. Two 200 OKs. Zero exceptions. This is a LOST UPDATE — and READ COMMITTED explicitly permits it.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"Just wrap it in a transaction."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answer in the room, and the most common false fix in code review.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400800" cy="2834640"/>
          </a:xfrm>
          <a:prstGeom prst="roundRect">
            <a:avLst>
              <a:gd name="adj" fmla="val 2258"/>
            </a:avLst>
          </a:prstGeom>
          <a:solidFill>
            <a:srgbClr val="070B12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73936"/>
            <a:ext cx="60716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var tx = db.Database.BeginTransaction();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w = await db.Wallets.FirstAsync(x =&gt; x.Id == id);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(w.Balance &lt; amount) return Fail();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w.Balance -= amount;
await db.SaveChangesAsync();
tx.Commit();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Both requests STILL read 100. Nothing changed.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23760" y="1645920"/>
            <a:ext cx="4389120" cy="2834640"/>
          </a:xfrm>
          <a:prstGeom prst="roundRect">
            <a:avLst>
              <a:gd name="adj" fmla="val 2903"/>
            </a:avLst>
          </a:prstGeom>
          <a:solidFill>
            <a:srgbClr val="11192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5236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Atomicity ≠ Isolation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452360" y="2286000"/>
            <a:ext cx="3931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guarantees all-or-nothing. It does not isolate you from a concurrent reader.
</a:t>
            </a:r>
            <a:pPr indent="0" marL="0">
              <a:buNone/>
            </a:pPr>
            <a:r>
              <a:rPr lang="en-US" sz="13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READ COMMITTED a plain SELECT takes a shared lock and releases it the instant the statement finishes.
</a:t>
            </a:r>
            <a:pPr indent="0" marL="0">
              <a:buNone/>
            </a:pPr>
            <a:r>
              <a:rPr lang="en-US" sz="13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 reads the old balance perfectly happily — inside its own transaction.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need the check in the WHERE clause, a lock hint, or a single-statement update. Nothing else counts.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1 — Optimistic concurrency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collisions are RARE. Do not pay for a lock. Detect the collision at write time.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070B12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28216"/>
            <a:ext cx="107350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3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entire fix. One line of model configuration.
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builder.Property(w =&gt; w.RowVersion).IsRowVersion();
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3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 the attribute form:  [Timestamp] public byte[] RowVersion { get; set; 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11926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1272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45643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Wallets SET Balance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 = 1;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30175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1119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31272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345643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Wallets SET Balance 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 = 1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RowVersion = 0x..07D1;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"Update this row only if it is still the version I read."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66928" y="5257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maintains the 8-byte rowversion itself, on every UPDATE, database-wide monotonic. You never assign it. Row already changed → 0 rows affected → EF Core throws DbUpdateConcurrencyException.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 not prevent the collision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guarantees you find out. Both requests still read stale data — the difference is that the loser is told.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32120" cy="3246120"/>
          </a:xfrm>
          <a:prstGeom prst="roundRect">
            <a:avLst>
              <a:gd name="adj" fmla="val 1972"/>
            </a:avLst>
          </a:prstGeom>
          <a:solidFill>
            <a:srgbClr val="070B12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73936"/>
            <a:ext cx="5202936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A. Fail fast — good for edit forms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await db.SaveChangesAsync(); }
catch (DbUpdateConcurrencyException ex)
{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entry = ex.Entries.Single();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now = await entry
        .GetDatabaseValuesAsync();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Results.Conflict(new {
        yours = 900, actualNow = now[..] });
}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"Someone else changed this record,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3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here is their version."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1645920"/>
            <a:ext cx="5303520" cy="3246120"/>
          </a:xfrm>
          <a:prstGeom prst="roundRect">
            <a:avLst>
              <a:gd name="adj" fmla="val 1972"/>
            </a:avLst>
          </a:prstGeom>
          <a:solidFill>
            <a:srgbClr val="070B12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3952" y="1773936"/>
            <a:ext cx="4974336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B. Retry — good for money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(var i = 1; i &lt;= 5; i++)
{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db.ChangeTracker.Clear();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w = await Reload();      // RE-READ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(w.Balance &lt; amt)         // RE-CHECK
        return Rejected();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w.Balance -= amt;
    try { await db.SaveChangesAsync();
          return Ok(); }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(DbUpdateConcurrencyException)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await Task.Delay(Backoff(i)); }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11926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2120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means RE-READ and RE-DECIDE. Catching the exception and calling SaveChanges again rebuilds the original bug with extra steps.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 when a human is waiting and can be told. Retry when the operation is safe to recompute and a 409 would just be noise.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2 — Pessimistic locking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collisions are COMMON, or a retry is unacceptable. Do not detect the collision — prevent it.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3200400"/>
          </a:xfrm>
          <a:prstGeom prst="roundRect">
            <a:avLst>
              <a:gd name="adj" fmla="val 2000"/>
            </a:avLst>
          </a:prstGeom>
          <a:solidFill>
            <a:srgbClr val="070B12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73936"/>
            <a:ext cx="6345936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using var tx = await db.Database
    .BeginTransactionAsync();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wallet = (await db.Wallets.FromSqlInterpolated(
    $@"SELECT [Id], [Owner], [Balance]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FROM [Wallets] WITH (UPDLOCK, ROWLOCK)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WHERE [Id] = {id}").ToListAsync())
    .FirstOrDefault();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From here until COMMIT the row is ours alone.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(wallet.Balance &lt; amount) { ... }
wallet.Balance -= amount;
await db.SaveChangesAsync();
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tx.CommitAsync();  // releases the lock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0"/>
            <a:ext cx="4114800" cy="1508760"/>
          </a:xfrm>
          <a:prstGeom prst="roundRect">
            <a:avLst>
              <a:gd name="adj" fmla="val 5455"/>
            </a:avLst>
          </a:prstGeom>
          <a:solidFill>
            <a:srgbClr val="111926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2668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UPDLOCK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26680" y="212140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an Update lock at SELECT time instead of a Shared lock. Update locks are not compatible with each other, so a second reader blocks instead of reading stale.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98080" y="3291840"/>
            <a:ext cx="4114800" cy="1554480"/>
          </a:xfrm>
          <a:prstGeom prst="roundRect">
            <a:avLst>
              <a:gd name="adj" fmla="val 5294"/>
            </a:avLst>
          </a:prstGeom>
          <a:solidFill>
            <a:srgbClr val="111926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3429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ROWLOCK / HOLDLOCK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26680" y="376732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ROWLOCK keeps granularity at the row so unrelated wallets are untouched. Add HOLDLOCK only if you also need to block INSERTs into the range.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0292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11192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1389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hard requirements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locking SELECT must be inside an explicit transaction. Without one the lock is released the instant the statement finishes — and you are back to square one.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Nothing slow may run before the COMMIT. Every millisecond you hold the lock is a millisecond every other request on that row is stopped.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lock costs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 is not slow. Request B is stopped.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111926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01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TRAN   -&gt;   SELECT ... UPDLOCK   -&gt;   check OK   -&gt;   UPDATE   -&gt;   COMMIT - lock released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11192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44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TRAN   -&gt;   SELECT ... UPDLOCK  [ BLOCKED ]   -&gt;   reads $0.00   -&gt;   400 Insufficient funds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4114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B is never given the chance to read stale data, because it is never given the chance to read.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3566160" cy="1024128"/>
          </a:xfrm>
          <a:prstGeom prst="roundRect">
            <a:avLst>
              <a:gd name="adj" fmla="val 8036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4800600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Guaranteed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13232" y="534924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4709160"/>
            <a:ext cx="3566160" cy="1024128"/>
          </a:xfrm>
          <a:prstGeom prst="roundRect">
            <a:avLst>
              <a:gd name="adj" fmla="val 8036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3984" y="4800600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Serialised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462272" y="534924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ON HOT ROWS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4709160"/>
            <a:ext cx="3566160" cy="1024128"/>
          </a:xfrm>
          <a:prstGeom prst="roundRect">
            <a:avLst>
              <a:gd name="adj" fmla="val 8036"/>
            </a:avLst>
          </a:prstGeom>
          <a:solidFill>
            <a:srgbClr val="111926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93024" y="4800600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Deadlock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211312" y="5349240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MULTI-ROW RISK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rows locked in inconsistent order will deadlock — SQL Server picks a victim and raises error 1205. Always acquire locks in the same order; sorting by primary key is the cheapest total order you have.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either of those — do you need the read at all?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operation fits in one statement, there is no window to race in.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070B12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73936"/>
            <a:ext cx="107350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Wallets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  Balance = 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 - @amount</a:t>
            </a:r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 = @id 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Balance &gt;= @amount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1119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33756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- @amount is RELATIVE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67588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stale number ever leaves your process. The old code sent "set it to 900" — a value computed in C# from a stale read. This says "subtract 100 from whatever is there."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320040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111926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333756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is IN the statement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0" y="367588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rowsAffected == 0 means "rejected, insufficient funds" — and that answer is authoritative, not a guess based on a value read 40 ms ago.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070B12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974336"/>
            <a:ext cx="1073505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3A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EF Core 7+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rows = await db.Wallets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.Where(w =&gt; w.Id == id &amp;&amp; w.Balance &gt;= amount)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.ExecuteUpdateAsync(s =&gt; s.SetProperty(w =&gt; w.Balance, w =&gt; w.Balance - amount));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give up: ExecuteUpdate bypasses the change tracker — no navigation fix-up, no SaveChanges interceptors, no domain events.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one do I use?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 three questions, in this order.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8212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4767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8379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UPDATE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25880" y="2240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express it as one statement whose WHERE clause carries the business rule?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25880" y="25877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of all — one round trip, no retry, no lock across your C#. Balances, counters, stock, quotas.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8212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20440"/>
            <a:ext cx="310896" cy="3108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3410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— RowVersion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25880" y="3813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not: is a retry acceptable for this operation?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88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until a collision happens. Human-paced edits, admin screens, ordinary CRUD. Degrades as contention rises.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8212F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093208"/>
            <a:ext cx="310896" cy="310896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093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25880" y="4983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Pessimistic — UPDLOCK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25880" y="538581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not: take the lock, keep the transaction short, measure the cost.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325880" y="57332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Contention is high or retrying is illegal — charging a card, moving money, allocating the last seat.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question 1 fits your operation, stop there. Most balance, counter, stock and quota updates do.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Looks like a fix. Isn't.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you will meet in code review.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111926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BeginTransaction() with no lock hint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05740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Atomicity, not isolation. Both requests still read the old value. The single most common false fix.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15184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111926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88720" y="27066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lock / SemaphoreSlim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0266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one process. The day you run two pods it silently stops working — and silence is the worst property a concurrency control can have.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84448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111926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88720" y="36758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Retrying without re-reading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99592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DbUpdateConcurrencyException and calling SaveChanges again rebuilds the original bug with extra steps.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53712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111926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88720" y="46451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[ConcurrencyCheck] on one column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96519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until the operation touches a second field. rowversion covers the whole row and the database maintains it for you.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522976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111926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614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88720" y="56144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 everywhere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5934456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work — and it will flood you with deadlocks. A deliberate choice for one operation, never a global default.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And: "it has never happened in production." A lost update writes no log. Absence of alerts is not evidence of absence.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F0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this to your next code review.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3566160"/>
          </a:xfrm>
          <a:prstGeom prst="roundRect">
            <a:avLst>
              <a:gd name="adj" fmla="val 1795"/>
            </a:avLst>
          </a:prstGeom>
          <a:solidFill>
            <a:srgbClr val="070B12"/>
          </a:solidFill>
          <a:ln w="12700">
            <a:solidFill>
              <a:srgbClr val="2835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1591056"/>
            <a:ext cx="10369296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Concurrency review — ask these five:
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Does this method read a row, decide something, then write that row?
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Can two requests hit it at the same time?
    (Retry policies and double-clicks count. So does at-least-once delivery.)
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Is the business rule in the WHERE clause, or only in C#?
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Does the entity have a concurrency token — and does this path use it?
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9F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 If it uses a lock: is it inside a transaction, and is the transaction short?
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1 and 2 are yes and 3, 4 and 5 are all no — you have a lost update.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will not throw. It will not log. Fix it now.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49808" y="52578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you see read → check → write on data more than one request can touch, stop and ask: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if two of these run at once? If the answer is not in the WHERE clause, it is not handled.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Race Conditions in EF Core + SQL Server</dc:title>
  <dc:subject>PptxGenJS Presentation</dc:subject>
  <dc:creator>Rohan</dc:creator>
  <cp:lastModifiedBy>Rohan</cp:lastModifiedBy>
  <cp:revision>1</cp:revision>
  <dcterms:created xsi:type="dcterms:W3CDTF">2026-07-28T05:06:22Z</dcterms:created>
  <dcterms:modified xsi:type="dcterms:W3CDTF">2026-07-28T05:06:22Z</dcterms:modified>
</cp:coreProperties>
</file>